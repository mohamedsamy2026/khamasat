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0972800" cy="7954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00024B5-9187-4741-BB52-D09892D1EF6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106" y="0"/>
            <a:ext cx="6292586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315200"/>
            <a:ext cx="10972800" cy="640080"/>
          </a:xfrm>
          <a:prstGeom prst="rect">
            <a:avLst/>
          </a:prstGeom>
          <a:solidFill>
            <a:srgbClr val="05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164592" y="7424927"/>
            <a:ext cx="1673352" cy="402336"/>
          </a:xfrm>
          <a:prstGeom prst="roundRect">
            <a:avLst/>
          </a:prstGeom>
          <a:solidFill>
            <a:srgbClr val="18B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الرئيسية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1956816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الأكاديميات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3749039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تحليل الأداء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5541264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ملف اللاعب</a:t>
            </a:r>
          </a:p>
        </p:txBody>
      </p:sp>
      <p:sp>
        <p:nvSpPr>
          <p:cNvPr id="8" name="Rounded Rectangle 7">
            <a:hlinkClick r:id="rId7" action="ppaction://hlinksldjump"/>
          </p:cNvPr>
          <p:cNvSpPr/>
          <p:nvPr/>
        </p:nvSpPr>
        <p:spPr>
          <a:xfrm>
            <a:off x="7333488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الأندية</a:t>
            </a:r>
          </a:p>
        </p:txBody>
      </p:sp>
      <p:sp>
        <p:nvSpPr>
          <p:cNvPr id="9" name="Rounded Rectangle 8">
            <a:hlinkClick r:id="rId8" action="ppaction://hlinksldjump"/>
          </p:cNvPr>
          <p:cNvSpPr/>
          <p:nvPr/>
        </p:nvSpPr>
        <p:spPr>
          <a:xfrm>
            <a:off x="9125712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التقارير</a:t>
            </a:r>
          </a:p>
        </p:txBody>
      </p:sp>
      <p:pic>
        <p:nvPicPr>
          <p:cNvPr id="10" name="Picture 9" descr="image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9080" y="2880360"/>
            <a:ext cx="1874519" cy="2377440"/>
          </a:xfrm>
          <a:prstGeom prst="rect">
            <a:avLst/>
          </a:prstGeom>
        </p:spPr>
      </p:pic>
      <p:pic>
        <p:nvPicPr>
          <p:cNvPr id="11" name="Picture 10" descr="imag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2880360"/>
            <a:ext cx="1874519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E4A117B-60E2-4FE3-8A41-E60442E9E29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315200"/>
            <a:ext cx="10972800" cy="640080"/>
          </a:xfrm>
          <a:prstGeom prst="rect">
            <a:avLst/>
          </a:prstGeom>
          <a:solidFill>
            <a:srgbClr val="05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164592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الرئيسية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1956816" y="7424927"/>
            <a:ext cx="1673352" cy="402336"/>
          </a:xfrm>
          <a:prstGeom prst="roundRect">
            <a:avLst/>
          </a:prstGeom>
          <a:solidFill>
            <a:srgbClr val="18B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الأكاديميات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3749039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تحليل الأداء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5541264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ملف اللاعب</a:t>
            </a:r>
          </a:p>
        </p:txBody>
      </p:sp>
      <p:sp>
        <p:nvSpPr>
          <p:cNvPr id="8" name="Rounded Rectangle 7">
            <a:hlinkClick r:id="rId7" action="ppaction://hlinksldjump"/>
          </p:cNvPr>
          <p:cNvSpPr/>
          <p:nvPr/>
        </p:nvSpPr>
        <p:spPr>
          <a:xfrm>
            <a:off x="7333488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الأندية</a:t>
            </a:r>
          </a:p>
        </p:txBody>
      </p:sp>
      <p:sp>
        <p:nvSpPr>
          <p:cNvPr id="9" name="Rounded Rectangle 8">
            <a:hlinkClick r:id="rId8" action="ppaction://hlinksldjump"/>
          </p:cNvPr>
          <p:cNvSpPr/>
          <p:nvPr/>
        </p:nvSpPr>
        <p:spPr>
          <a:xfrm>
            <a:off x="9125712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التقارير</a:t>
            </a:r>
          </a:p>
        </p:txBody>
      </p:sp>
      <p:pic>
        <p:nvPicPr>
          <p:cNvPr id="10" name="Picture 9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1344168"/>
            <a:ext cx="1664208" cy="420624"/>
          </a:xfrm>
          <a:prstGeom prst="rect">
            <a:avLst/>
          </a:prstGeom>
        </p:spPr>
      </p:pic>
      <p:pic>
        <p:nvPicPr>
          <p:cNvPr id="11" name="Picture 10" descr="image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1911095"/>
            <a:ext cx="1664208" cy="420624"/>
          </a:xfrm>
          <a:prstGeom prst="rect">
            <a:avLst/>
          </a:prstGeom>
        </p:spPr>
      </p:pic>
      <p:pic>
        <p:nvPicPr>
          <p:cNvPr id="12" name="Picture 11" descr="image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2496312"/>
            <a:ext cx="1664208" cy="420624"/>
          </a:xfrm>
          <a:prstGeom prst="rect">
            <a:avLst/>
          </a:prstGeom>
        </p:spPr>
      </p:pic>
      <p:pic>
        <p:nvPicPr>
          <p:cNvPr id="13" name="Picture 12" descr="imag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3090672"/>
            <a:ext cx="1664208" cy="420624"/>
          </a:xfrm>
          <a:prstGeom prst="rect">
            <a:avLst/>
          </a:prstGeom>
        </p:spPr>
      </p:pic>
      <p:pic>
        <p:nvPicPr>
          <p:cNvPr id="14" name="Picture 13" descr="image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3694176"/>
            <a:ext cx="1664208" cy="420624"/>
          </a:xfrm>
          <a:prstGeom prst="rect">
            <a:avLst/>
          </a:prstGeom>
        </p:spPr>
      </p:pic>
      <p:pic>
        <p:nvPicPr>
          <p:cNvPr id="15" name="Picture 14" descr="image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0" y="3429000"/>
            <a:ext cx="9144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04D4B2A-4FC2-4F94-9AE3-AC69093BA2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315200"/>
            <a:ext cx="10972800" cy="640080"/>
          </a:xfrm>
          <a:prstGeom prst="rect">
            <a:avLst/>
          </a:prstGeom>
          <a:solidFill>
            <a:srgbClr val="05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164592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الرئيسية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1956816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الأكاديميات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3749039" y="7424927"/>
            <a:ext cx="1673352" cy="402336"/>
          </a:xfrm>
          <a:prstGeom prst="roundRect">
            <a:avLst/>
          </a:prstGeom>
          <a:solidFill>
            <a:srgbClr val="18B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تحليل الأداء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5541264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ملف اللاعب</a:t>
            </a:r>
          </a:p>
        </p:txBody>
      </p:sp>
      <p:sp>
        <p:nvSpPr>
          <p:cNvPr id="8" name="Rounded Rectangle 7">
            <a:hlinkClick r:id="rId7" action="ppaction://hlinksldjump"/>
          </p:cNvPr>
          <p:cNvSpPr/>
          <p:nvPr/>
        </p:nvSpPr>
        <p:spPr>
          <a:xfrm>
            <a:off x="7333488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الأندية</a:t>
            </a:r>
          </a:p>
        </p:txBody>
      </p:sp>
      <p:sp>
        <p:nvSpPr>
          <p:cNvPr id="9" name="Rounded Rectangle 8">
            <a:hlinkClick r:id="rId8" action="ppaction://hlinksldjump"/>
          </p:cNvPr>
          <p:cNvSpPr/>
          <p:nvPr/>
        </p:nvSpPr>
        <p:spPr>
          <a:xfrm>
            <a:off x="9125712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التقارير</a:t>
            </a:r>
          </a:p>
        </p:txBody>
      </p:sp>
      <p:pic>
        <p:nvPicPr>
          <p:cNvPr id="10" name="Picture 9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1344168"/>
            <a:ext cx="1664208" cy="420624"/>
          </a:xfrm>
          <a:prstGeom prst="rect">
            <a:avLst/>
          </a:prstGeom>
        </p:spPr>
      </p:pic>
      <p:pic>
        <p:nvPicPr>
          <p:cNvPr id="11" name="Picture 10" descr="image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1911095"/>
            <a:ext cx="1664208" cy="420624"/>
          </a:xfrm>
          <a:prstGeom prst="rect">
            <a:avLst/>
          </a:prstGeom>
        </p:spPr>
      </p:pic>
      <p:pic>
        <p:nvPicPr>
          <p:cNvPr id="12" name="Picture 11" descr="image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2496312"/>
            <a:ext cx="1664208" cy="420624"/>
          </a:xfrm>
          <a:prstGeom prst="rect">
            <a:avLst/>
          </a:prstGeom>
        </p:spPr>
      </p:pic>
      <p:pic>
        <p:nvPicPr>
          <p:cNvPr id="13" name="Picture 12" descr="imag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3090672"/>
            <a:ext cx="1664208" cy="420624"/>
          </a:xfrm>
          <a:prstGeom prst="rect">
            <a:avLst/>
          </a:prstGeom>
        </p:spPr>
      </p:pic>
      <p:pic>
        <p:nvPicPr>
          <p:cNvPr id="14" name="Picture 13" descr="image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3694176"/>
            <a:ext cx="1664208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8A371E-7C13-45F4-929B-18A0B134CE6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315200"/>
            <a:ext cx="10972800" cy="640080"/>
          </a:xfrm>
          <a:prstGeom prst="rect">
            <a:avLst/>
          </a:prstGeom>
          <a:solidFill>
            <a:srgbClr val="05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164592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الرئيسية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1956816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الأكاديميات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3749039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تحليل الأداء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5541264" y="7424927"/>
            <a:ext cx="1673352" cy="402336"/>
          </a:xfrm>
          <a:prstGeom prst="roundRect">
            <a:avLst/>
          </a:prstGeom>
          <a:solidFill>
            <a:srgbClr val="18B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ملف اللاعب</a:t>
            </a:r>
          </a:p>
        </p:txBody>
      </p:sp>
      <p:sp>
        <p:nvSpPr>
          <p:cNvPr id="8" name="Rounded Rectangle 7">
            <a:hlinkClick r:id="rId7" action="ppaction://hlinksldjump"/>
          </p:cNvPr>
          <p:cNvSpPr/>
          <p:nvPr/>
        </p:nvSpPr>
        <p:spPr>
          <a:xfrm>
            <a:off x="7333488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الأندية</a:t>
            </a:r>
          </a:p>
        </p:txBody>
      </p:sp>
      <p:sp>
        <p:nvSpPr>
          <p:cNvPr id="9" name="Rounded Rectangle 8">
            <a:hlinkClick r:id="rId8" action="ppaction://hlinksldjump"/>
          </p:cNvPr>
          <p:cNvSpPr/>
          <p:nvPr/>
        </p:nvSpPr>
        <p:spPr>
          <a:xfrm>
            <a:off x="9125712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التقارير</a:t>
            </a:r>
          </a:p>
        </p:txBody>
      </p:sp>
      <p:pic>
        <p:nvPicPr>
          <p:cNvPr id="10" name="Picture 9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1344168"/>
            <a:ext cx="1664208" cy="420624"/>
          </a:xfrm>
          <a:prstGeom prst="rect">
            <a:avLst/>
          </a:prstGeom>
        </p:spPr>
      </p:pic>
      <p:pic>
        <p:nvPicPr>
          <p:cNvPr id="11" name="Picture 10" descr="image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1911095"/>
            <a:ext cx="1664208" cy="420624"/>
          </a:xfrm>
          <a:prstGeom prst="rect">
            <a:avLst/>
          </a:prstGeom>
        </p:spPr>
      </p:pic>
      <p:pic>
        <p:nvPicPr>
          <p:cNvPr id="12" name="Picture 11" descr="image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2496312"/>
            <a:ext cx="1664208" cy="420624"/>
          </a:xfrm>
          <a:prstGeom prst="rect">
            <a:avLst/>
          </a:prstGeom>
        </p:spPr>
      </p:pic>
      <p:pic>
        <p:nvPicPr>
          <p:cNvPr id="13" name="Picture 12" descr="imag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3090672"/>
            <a:ext cx="1664208" cy="420624"/>
          </a:xfrm>
          <a:prstGeom prst="rect">
            <a:avLst/>
          </a:prstGeom>
        </p:spPr>
      </p:pic>
      <p:pic>
        <p:nvPicPr>
          <p:cNvPr id="14" name="Picture 13" descr="image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3694176"/>
            <a:ext cx="1664208" cy="420624"/>
          </a:xfrm>
          <a:prstGeom prst="rect">
            <a:avLst/>
          </a:prstGeom>
        </p:spPr>
      </p:pic>
      <p:pic>
        <p:nvPicPr>
          <p:cNvPr id="15" name="Picture 14" descr="image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0" y="5394960"/>
            <a:ext cx="15544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A9042B-F8A8-46AD-BF60-1301DF1D9E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315200"/>
            <a:ext cx="10972800" cy="640080"/>
          </a:xfrm>
          <a:prstGeom prst="rect">
            <a:avLst/>
          </a:prstGeom>
          <a:solidFill>
            <a:srgbClr val="05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164592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الرئيسية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1956816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الأكاديميات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3749039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تحليل الأداء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5541264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ملف اللاعب</a:t>
            </a:r>
          </a:p>
        </p:txBody>
      </p:sp>
      <p:sp>
        <p:nvSpPr>
          <p:cNvPr id="8" name="Rounded Rectangle 7">
            <a:hlinkClick r:id="rId7" action="ppaction://hlinksldjump"/>
          </p:cNvPr>
          <p:cNvSpPr/>
          <p:nvPr/>
        </p:nvSpPr>
        <p:spPr>
          <a:xfrm>
            <a:off x="7333488" y="7424927"/>
            <a:ext cx="1673352" cy="402336"/>
          </a:xfrm>
          <a:prstGeom prst="roundRect">
            <a:avLst/>
          </a:prstGeom>
          <a:solidFill>
            <a:srgbClr val="18B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الأندية</a:t>
            </a:r>
          </a:p>
        </p:txBody>
      </p:sp>
      <p:sp>
        <p:nvSpPr>
          <p:cNvPr id="9" name="Rounded Rectangle 8">
            <a:hlinkClick r:id="rId8" action="ppaction://hlinksldjump"/>
          </p:cNvPr>
          <p:cNvSpPr/>
          <p:nvPr/>
        </p:nvSpPr>
        <p:spPr>
          <a:xfrm>
            <a:off x="9125712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التقارير</a:t>
            </a:r>
          </a:p>
        </p:txBody>
      </p:sp>
      <p:pic>
        <p:nvPicPr>
          <p:cNvPr id="10" name="Picture 9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1344168"/>
            <a:ext cx="1664208" cy="420624"/>
          </a:xfrm>
          <a:prstGeom prst="rect">
            <a:avLst/>
          </a:prstGeom>
        </p:spPr>
      </p:pic>
      <p:pic>
        <p:nvPicPr>
          <p:cNvPr id="11" name="Picture 10" descr="image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1911095"/>
            <a:ext cx="1664208" cy="420624"/>
          </a:xfrm>
          <a:prstGeom prst="rect">
            <a:avLst/>
          </a:prstGeom>
        </p:spPr>
      </p:pic>
      <p:pic>
        <p:nvPicPr>
          <p:cNvPr id="12" name="Picture 11" descr="image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2496312"/>
            <a:ext cx="1664208" cy="420624"/>
          </a:xfrm>
          <a:prstGeom prst="rect">
            <a:avLst/>
          </a:prstGeom>
        </p:spPr>
      </p:pic>
      <p:pic>
        <p:nvPicPr>
          <p:cNvPr id="13" name="Picture 12" descr="imag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3090672"/>
            <a:ext cx="1664208" cy="420624"/>
          </a:xfrm>
          <a:prstGeom prst="rect">
            <a:avLst/>
          </a:prstGeom>
        </p:spPr>
      </p:pic>
      <p:pic>
        <p:nvPicPr>
          <p:cNvPr id="14" name="Picture 13" descr="image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3694176"/>
            <a:ext cx="1664208" cy="420624"/>
          </a:xfrm>
          <a:prstGeom prst="rect">
            <a:avLst/>
          </a:prstGeom>
        </p:spPr>
      </p:pic>
      <p:pic>
        <p:nvPicPr>
          <p:cNvPr id="15" name="Picture 14" descr="image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9800" y="3520440"/>
            <a:ext cx="8686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42561E-3F4E-427E-9DD3-73496C112E5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315200"/>
            <a:ext cx="10972800" cy="640080"/>
          </a:xfrm>
          <a:prstGeom prst="rect">
            <a:avLst/>
          </a:prstGeom>
          <a:solidFill>
            <a:srgbClr val="05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164592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الرئيسية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1956816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الأكاديميات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3749039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تحليل الأداء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5541264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ملف اللاعب</a:t>
            </a:r>
          </a:p>
        </p:txBody>
      </p:sp>
      <p:sp>
        <p:nvSpPr>
          <p:cNvPr id="8" name="Rounded Rectangle 7">
            <a:hlinkClick r:id="rId7" action="ppaction://hlinksldjump"/>
          </p:cNvPr>
          <p:cNvSpPr/>
          <p:nvPr/>
        </p:nvSpPr>
        <p:spPr>
          <a:xfrm>
            <a:off x="7333488" y="7424927"/>
            <a:ext cx="1673352" cy="402336"/>
          </a:xfrm>
          <a:prstGeom prst="roundRect">
            <a:avLst/>
          </a:prstGeom>
          <a:solidFill>
            <a:srgbClr val="12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الأندية</a:t>
            </a:r>
          </a:p>
        </p:txBody>
      </p:sp>
      <p:sp>
        <p:nvSpPr>
          <p:cNvPr id="9" name="Rounded Rectangle 8">
            <a:hlinkClick r:id="rId8" action="ppaction://hlinksldjump"/>
          </p:cNvPr>
          <p:cNvSpPr/>
          <p:nvPr/>
        </p:nvSpPr>
        <p:spPr>
          <a:xfrm>
            <a:off x="9125712" y="7424927"/>
            <a:ext cx="1673352" cy="402336"/>
          </a:xfrm>
          <a:prstGeom prst="roundRect">
            <a:avLst/>
          </a:prstGeom>
          <a:solidFill>
            <a:srgbClr val="18B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التقارير</a:t>
            </a:r>
          </a:p>
        </p:txBody>
      </p:sp>
      <p:pic>
        <p:nvPicPr>
          <p:cNvPr id="10" name="Picture 9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1344168"/>
            <a:ext cx="1664208" cy="420624"/>
          </a:xfrm>
          <a:prstGeom prst="rect">
            <a:avLst/>
          </a:prstGeom>
        </p:spPr>
      </p:pic>
      <p:pic>
        <p:nvPicPr>
          <p:cNvPr id="11" name="Picture 10" descr="image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1911095"/>
            <a:ext cx="1664208" cy="420624"/>
          </a:xfrm>
          <a:prstGeom prst="rect">
            <a:avLst/>
          </a:prstGeom>
        </p:spPr>
      </p:pic>
      <p:pic>
        <p:nvPicPr>
          <p:cNvPr id="12" name="Picture 11" descr="image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2496312"/>
            <a:ext cx="1664208" cy="420624"/>
          </a:xfrm>
          <a:prstGeom prst="rect">
            <a:avLst/>
          </a:prstGeom>
        </p:spPr>
      </p:pic>
      <p:pic>
        <p:nvPicPr>
          <p:cNvPr id="13" name="Picture 12" descr="imag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3090672"/>
            <a:ext cx="1664208" cy="420624"/>
          </a:xfrm>
          <a:prstGeom prst="rect">
            <a:avLst/>
          </a:prstGeom>
        </p:spPr>
      </p:pic>
      <p:pic>
        <p:nvPicPr>
          <p:cNvPr id="14" name="Picture 13" descr="image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3694176"/>
            <a:ext cx="1664208" cy="420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مخصص</PresentationFormat>
  <Paragraphs>0</Paragraphs>
  <Slides>6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6</vt:i4>
      </vt:variant>
    </vt:vector>
  </HeadingPairs>
  <TitlesOfParts>
    <vt:vector size="7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subject/>
  <dc:creator/>
  <cp:keywords/>
  <dc:description>generated using python-pptx</dc:description>
  <cp:lastModifiedBy>هياء الدرعان ID 444201932</cp:lastModifiedBy>
  <cp:revision>2</cp:revision>
  <dcterms:created xsi:type="dcterms:W3CDTF">2013-01-27T09:14:16Z</dcterms:created>
  <dcterms:modified xsi:type="dcterms:W3CDTF">2026-10-12T09:51:21Z</dcterms:modified>
  <cp:category/>
</cp:coreProperties>
</file>